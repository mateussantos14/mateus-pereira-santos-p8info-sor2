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3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C20FD-8A07-45BF-9B47-456099BA1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E43232-C275-4CF7-B057-4A49AB0BB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A0DA3C-76ED-4CBF-8632-767C6FB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90C04F-E3B3-44D2-B319-D35BED513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1D7396-61DE-4E73-B14C-1E78CAE8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69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A0D4E-6256-4ECC-AC30-4D461E36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DBF33F-2AA9-4C68-9052-80C6CCF94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410DA3-1081-4467-ABDE-FC0B2231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C5039E-3A51-44EA-A9F6-66FC4FBCD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4AF595-19A4-43F6-9006-4B9C5531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2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F8AE4-25A1-4F72-AAEE-60A4DC30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0EB597-3F54-457D-B981-2A4467BC3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BEAEDD-430D-4616-AE7A-162B493D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B334D3-B9BE-407C-B91C-F3E339B6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AB1F1B-7A71-49DD-81D7-147C95C4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52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496DA-D4FB-435E-9BF0-213DACB6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DBA495-382D-40C1-A2E4-9208D3F01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923862-5190-43F1-A4C8-3392BC69A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55FC8A-41AE-40C0-AF67-53772399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8F7B36-E9B4-4DDE-9621-9A9E4DA4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C4C8BA-DD51-4553-BDE0-8BF37704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63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529A7-ABCC-45EC-8496-1094D2C7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771EFB-3A8D-4B8A-9FAB-381CB32B5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64F4E5-0EFC-4DAC-80FB-B5F3271D5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27F296-C667-4847-85D6-934E09B2A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73079A-1992-4163-A288-62ED31493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040F0A-C42F-48CD-B48F-5C1116C7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C2A003E-C76E-42B4-83DE-7C0A3471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9593FA1-D2AF-4EE4-875F-C4683460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1972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10321-67FA-4061-9232-1FE62777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A97242-E8BF-4F38-A20B-07089D63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77A3C8-A516-4EFA-85DB-074D295E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D27F2B-50ED-4296-BA1A-6A4D5CB1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40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57A7CC-1702-4971-BA6C-BFF57E46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BCA7AA-AC72-4F64-A24D-130363A61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F11BC3-1A60-41DF-8F57-D22F11FE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13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4EE7D-F791-474F-81A2-882F12DF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BFFF82-4FA3-441D-B80D-1768481DA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310081-3898-4158-AC61-117082D74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20F2A0-13D4-4877-95BA-6896DB51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2F834D-AD98-4D6B-A4E6-AB7695CCA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B44778-A118-479D-B565-D2AB0252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5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5EB32-15CF-4B94-A177-1AACD2A6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7DE4B50-0FBE-4E54-90F5-BF0E2871C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C15771-997B-48DC-A5E9-6F5B22089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3D3D49-57F8-4D86-873A-FB47B7C8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AC13AB-420E-4B13-9BF8-60058801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CB98BB-B4CA-4E0E-AC00-6F207B05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26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AEAD5-B914-4EC3-99A3-7A376567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F9944F-F17E-4C48-8EF3-7D0879DC9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9617F8-B726-4903-8D13-6E32341C4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7133B8-D379-44AD-9BE3-16DE010D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590656-7B2A-4C70-BC25-4A5F99D9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90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E7158-DE79-4641-A172-B5011F639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B94F0F-8EC3-4BC8-9423-699F64D25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B085C5-3983-47BC-8C54-3595626A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8340B0-0A43-4C87-BF6B-E097C2D7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2E5BB7-C278-4862-81CE-E03A197A1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25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6B12A24-8686-46A9-BD40-7CD1F2F0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EE1A4C-AB65-41FA-BBC1-062127E7A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F62870-5117-415C-AC7F-23EAD132D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C264-9B96-4AA1-B5C2-1EE80A8F3D91}" type="datetimeFigureOut">
              <a:rPr lang="pt-BR" smtClean="0"/>
              <a:t>25/04/2022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E68A4A-7578-46B5-9C10-6E1497C56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9EFB30-5406-4629-8743-4EDC607A0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4CB9C-FAD1-47CD-8E3A-108226B837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59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68956-B68D-4AC6-B6B6-A8B09EBB5D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Avaliação 03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273C97-F20D-44AC-BCB1-04A778609B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Aluno: </a:t>
            </a:r>
            <a:r>
              <a:rPr lang="pt-BR"/>
              <a:t>Mateus Pereira Santos</a:t>
            </a:r>
          </a:p>
        </p:txBody>
      </p:sp>
    </p:spTree>
    <p:extLst>
      <p:ext uri="{BB962C8B-B14F-4D97-AF65-F5344CB8AC3E}">
        <p14:creationId xmlns:p14="http://schemas.microsoft.com/office/powerpoint/2010/main" val="252333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9C02-7DAC-4A8A-8407-A8E46B20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0741"/>
            <a:ext cx="10515600" cy="922203"/>
          </a:xfrm>
        </p:spPr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a)Print da topologia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C21B68-FFE4-413D-A4F0-FC0E257CB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8" y="1252944"/>
            <a:ext cx="9964544" cy="560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0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9C02-7DAC-4A8A-8407-A8E46B20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0741"/>
            <a:ext cx="10515600" cy="922203"/>
          </a:xfrm>
        </p:spPr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b)Print dos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pings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BBE43EF-309B-405C-999C-F907D516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6" y="1252944"/>
            <a:ext cx="9964545" cy="560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59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9C02-7DAC-4A8A-8407-A8E46B20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0741"/>
            <a:ext cx="10515600" cy="92220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pt-B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Print da configuração da Interface de Rede dos PC0 e PC1 mostrando que o DHCP(PC01)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54C8304-5FD7-425E-A5C7-3E11077C4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847" y="1381328"/>
            <a:ext cx="9736305" cy="54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9C02-7DAC-4A8A-8407-A8E46B20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0741"/>
            <a:ext cx="10515600" cy="92220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pt-B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Print da configuração da Interface de Rede dos PC0 e PC1 mostrando que o DHCP(PC02)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D07938-93B7-44F7-BC08-D69A0FFB2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28" y="1439694"/>
            <a:ext cx="9632544" cy="541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6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9C02-7DAC-4A8A-8407-A8E46B20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0741"/>
            <a:ext cx="10515600" cy="922203"/>
          </a:xfrm>
        </p:spPr>
        <p:txBody>
          <a:bodyPr/>
          <a:lstStyle/>
          <a:p>
            <a:r>
              <a:rPr lang="pt-B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d) Print do Acesso ao servidor Web;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55724C-1B0F-4D3A-8946-60D02A620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7" y="1252944"/>
            <a:ext cx="9964543" cy="560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0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9C02-7DAC-4A8A-8407-A8E46B20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0741"/>
            <a:ext cx="10515600" cy="922203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e) Print do Acesso ao servidor FTP;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43F4BB-D982-4A39-8D56-85845065C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952" y="1247572"/>
            <a:ext cx="9974094" cy="561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4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9C02-7DAC-4A8A-8407-A8E46B20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0741"/>
            <a:ext cx="10515600" cy="922203"/>
          </a:xfrm>
        </p:spPr>
        <p:txBody>
          <a:bodyPr>
            <a:normAutofit fontScale="90000"/>
          </a:bodyPr>
          <a:lstStyle/>
          <a:p>
            <a:r>
              <a:rPr lang="pt-B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f) Print  de um ping usando o nome de um servidor.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F01C35A-2C24-44E7-AA5E-E96BF208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80" y="1258516"/>
            <a:ext cx="9954638" cy="559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775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88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Tema do Office</vt:lpstr>
      <vt:lpstr>Avaliação 03</vt:lpstr>
      <vt:lpstr>a)Print da topologia</vt:lpstr>
      <vt:lpstr>b)Print dos pings</vt:lpstr>
      <vt:lpstr>c) Print da configuração da Interface de Rede dos PC0 e PC1 mostrando que o DHCP(PC01)</vt:lpstr>
      <vt:lpstr>c) Print da configuração da Interface de Rede dos PC0 e PC1 mostrando que o DHCP(PC02)</vt:lpstr>
      <vt:lpstr>d) Print do Acesso ao servidor Web;</vt:lpstr>
      <vt:lpstr>e) Print do Acesso ao servidor FTP;</vt:lpstr>
      <vt:lpstr>f) Print  de um ping usando o nome de um servidor.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a)Print da topologia</dc:title>
  <dc:creator>Mateus Santos</dc:creator>
  <cp:lastModifiedBy>Mateus Santos</cp:lastModifiedBy>
  <cp:revision>6</cp:revision>
  <dcterms:created xsi:type="dcterms:W3CDTF">2022-04-21T14:01:31Z</dcterms:created>
  <dcterms:modified xsi:type="dcterms:W3CDTF">2022-04-26T00:16:33Z</dcterms:modified>
</cp:coreProperties>
</file>